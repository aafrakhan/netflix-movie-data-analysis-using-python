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113" d="100"/>
          <a:sy n="113" d="100"/>
        </p:scale>
        <p:origin x="64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04-07-2026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6161" y="0"/>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534050" y="1758858"/>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2001310" y="2689444"/>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2752" y="3134844"/>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955834"/>
            <a:ext cx="3678701" cy="3693319"/>
          </a:xfrm>
          <a:prstGeom prst="rect">
            <a:avLst/>
          </a:prstGeom>
          <a:noFill/>
        </p:spPr>
        <p:txBody>
          <a:bodyPr wrap="square">
            <a:spAutoFit/>
          </a:bodyPr>
          <a:lstStyle/>
          <a:p>
            <a:r>
              <a:rPr lang="en-US" dirty="0">
                <a:solidFill>
                  <a:schemeClr val="bg1"/>
                </a:solidFill>
                <a:latin typeface="Leelawadee" panose="020B0502040204020203" pitchFamily="34" charset="-34"/>
                <a:cs typeface="Leelawadee" panose="020B0502040204020203" pitchFamily="34" charset="-34"/>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latin typeface="Leelawadee" panose="020B0502040204020203" pitchFamily="34" charset="-34"/>
              <a:cs typeface="Leelawadee" panose="020B0502040204020203" pitchFamily="34" charset="-34"/>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426" y="955834"/>
            <a:ext cx="2611397"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5422" y="955834"/>
            <a:ext cx="2528229"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0349" y="2874524"/>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1058178"/>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565948" y="1171847"/>
            <a:ext cx="4417256" cy="2708434"/>
          </a:xfrm>
          <a:prstGeom prst="rect">
            <a:avLst/>
          </a:prstGeom>
          <a:noFill/>
        </p:spPr>
        <p:txBody>
          <a:bodyPr wrap="square" rtlCol="0">
            <a:spAutoFit/>
          </a:bodyPr>
          <a:lstStyle/>
          <a:p>
            <a:r>
              <a:rPr lang="en-US" sz="1700" dirty="0">
                <a:solidFill>
                  <a:schemeClr val="bg1"/>
                </a:solidFill>
                <a:latin typeface="Leelawadee" panose="020B0502040204020203" pitchFamily="34" charset="-34"/>
                <a:cs typeface="Leelawadee" panose="020B0502040204020203" pitchFamily="34" charset="-34"/>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297" y="151759"/>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1022188"/>
            <a:ext cx="3749039" cy="3539430"/>
          </a:xfrm>
          <a:prstGeom prst="rect">
            <a:avLst/>
          </a:prstGeom>
          <a:noFill/>
        </p:spPr>
        <p:txBody>
          <a:bodyPr wrap="square">
            <a:spAutoFit/>
          </a:bodyPr>
          <a:lstStyle/>
          <a:p>
            <a:r>
              <a:rPr lang="en-US" sz="1600" dirty="0">
                <a:solidFill>
                  <a:schemeClr val="bg1"/>
                </a:solidFill>
                <a:latin typeface="Leelawadee" panose="020B0502040204020203" pitchFamily="34" charset="-34"/>
                <a:cs typeface="Leelawadee" panose="020B0502040204020203" pitchFamily="34" charset="-34"/>
              </a:rPr>
              <a:t>As of 2024, Netflix reported a revenue of nearly $10 billion in the third quarter, with profits reaching $2.4 billion. </a:t>
            </a:r>
          </a:p>
          <a:p>
            <a:r>
              <a:rPr lang="en-US" sz="1600" dirty="0">
                <a:solidFill>
                  <a:schemeClr val="bg1"/>
                </a:solidFill>
                <a:latin typeface="Leelawadee" panose="020B0502040204020203" pitchFamily="34" charset="-34"/>
                <a:cs typeface="Leelawadee" panose="020B0502040204020203" pitchFamily="34" charset="-34"/>
              </a:rPr>
              <a:t>The platform boasts over 283 million paid memberships across more than 190 countries, offering a vast library of TV series, films, and games in various genres and languages. </a:t>
            </a:r>
          </a:p>
          <a:p>
            <a:endParaRPr lang="en-US" sz="1600" dirty="0">
              <a:solidFill>
                <a:schemeClr val="bg1"/>
              </a:solidFill>
              <a:latin typeface="Leelawadee" panose="020B0502040204020203" pitchFamily="34" charset="-34"/>
              <a:cs typeface="Leelawadee" panose="020B0502040204020203" pitchFamily="34" charset="-34"/>
            </a:endParaRPr>
          </a:p>
          <a:p>
            <a:r>
              <a:rPr lang="en-US" sz="1600" dirty="0">
                <a:solidFill>
                  <a:schemeClr val="bg1"/>
                </a:solidFill>
                <a:latin typeface="Leelawadee" panose="020B0502040204020203" pitchFamily="34" charset="-34"/>
                <a:cs typeface="Leelawadee" panose="020B0502040204020203" pitchFamily="34" charset="-34"/>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3155" y="1210701"/>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7522" y="151759"/>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545" y="832330"/>
            <a:ext cx="6381761" cy="3895457"/>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3978" y="144986"/>
            <a:ext cx="1547655" cy="471388"/>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193431" y="840670"/>
            <a:ext cx="8757138" cy="3631763"/>
          </a:xfrm>
          <a:prstGeom prst="rect">
            <a:avLst/>
          </a:prstGeom>
          <a:noFill/>
        </p:spPr>
        <p:txBody>
          <a:bodyPr wrap="square">
            <a:spAutoFit/>
          </a:bodyPr>
          <a:lstStyle/>
          <a:p>
            <a:r>
              <a:rPr lang="en-US" sz="2000" b="1" dirty="0">
                <a:solidFill>
                  <a:schemeClr val="bg1"/>
                </a:solidFill>
                <a:latin typeface="Leelawadee" panose="020B0502040204020203" pitchFamily="34" charset="-34"/>
                <a:ea typeface="ADLaM Display" panose="02010000000000000000" pitchFamily="2" charset="0"/>
                <a:cs typeface="Leelawadee" panose="020B0502040204020203" pitchFamily="34" charset="-34"/>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sz="2000"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a:p>
            <a:pPr marL="342900" indent="-342900">
              <a:buAutoNum type="arabicParenR"/>
            </a:pPr>
            <a:r>
              <a:rPr lang="en-US" dirty="0">
                <a:solidFill>
                  <a:schemeClr val="bg1"/>
                </a:solidFill>
                <a:latin typeface="Leelawadee" panose="020B0502040204020203" pitchFamily="34" charset="-34"/>
                <a:cs typeface="Leelawadee" panose="020B0502040204020203" pitchFamily="34" charset="-34"/>
              </a:rPr>
              <a:t>What is the most frequent genre of movies released on Netflix?</a:t>
            </a:r>
          </a:p>
          <a:p>
            <a:pPr marL="342900" indent="-342900">
              <a:buAutoNum type="arabicParenR"/>
            </a:pPr>
            <a:r>
              <a:rPr lang="en-US" dirty="0">
                <a:solidFill>
                  <a:schemeClr val="bg1"/>
                </a:solidFill>
                <a:latin typeface="Leelawadee" panose="020B0502040204020203" pitchFamily="34" charset="-34"/>
                <a:cs typeface="Leelawadee" panose="020B0502040204020203" pitchFamily="34" charset="-34"/>
              </a:rPr>
              <a:t>Which has highest votes in vote avg column?</a:t>
            </a:r>
          </a:p>
          <a:p>
            <a:pPr marL="342900" indent="-342900">
              <a:buAutoNum type="arabicParenR"/>
            </a:pPr>
            <a:r>
              <a:rPr lang="en-US" dirty="0">
                <a:solidFill>
                  <a:schemeClr val="bg1"/>
                </a:solidFill>
                <a:latin typeface="Leelawadee" panose="020B0502040204020203" pitchFamily="34" charset="-34"/>
                <a:cs typeface="Leelawadee" panose="020B0502040204020203" pitchFamily="34" charset="-34"/>
              </a:rPr>
              <a:t>What movie got the highest popularity? what's its genre?</a:t>
            </a:r>
          </a:p>
          <a:p>
            <a:pPr marL="342900" indent="-342900">
              <a:buFontTx/>
              <a:buAutoNum type="arabicParenR"/>
            </a:pPr>
            <a:r>
              <a:rPr lang="en-US" dirty="0">
                <a:solidFill>
                  <a:schemeClr val="bg1"/>
                </a:solidFill>
                <a:latin typeface="Leelawadee" panose="020B0502040204020203" pitchFamily="34" charset="-34"/>
                <a:cs typeface="Leelawadee" panose="020B0502040204020203" pitchFamily="34" charset="-34"/>
              </a:rPr>
              <a:t>What movie got the lowest popularity? what's its genre?</a:t>
            </a:r>
          </a:p>
          <a:p>
            <a:pPr marL="342900" indent="-342900">
              <a:buAutoNum type="arabicParenR"/>
            </a:pPr>
            <a:r>
              <a:rPr lang="en-US" dirty="0">
                <a:solidFill>
                  <a:schemeClr val="bg1"/>
                </a:solidFill>
                <a:latin typeface="Leelawadee" panose="020B0502040204020203" pitchFamily="34" charset="-34"/>
                <a:cs typeface="Leelawadee" panose="020B0502040204020203" pitchFamily="34" charset="-34"/>
              </a:rPr>
              <a:t>Which year has the most filmed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9553</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ADLaM Display</vt: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Aafra Khan</cp:lastModifiedBy>
  <cp:revision>1411</cp:revision>
  <dcterms:created xsi:type="dcterms:W3CDTF">2022-12-29T08:52:07Z</dcterms:created>
  <dcterms:modified xsi:type="dcterms:W3CDTF">2026-07-04T13:44:56Z</dcterms:modified>
</cp:coreProperties>
</file>